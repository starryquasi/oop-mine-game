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BB35-3B66-3390-2D66-423FAE5D6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E46E0-1ED3-E570-5B0A-CCA5AB9C4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B8608-B342-AC6B-53CF-D418773F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2A945-71E2-5D1C-9F60-CE2D9858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8CE3-FAF7-EF62-6739-DD4775ED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2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C9CF-1E4B-CC6D-2C87-7694C4AB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30D3B-1A4A-79CF-3676-3FA35C376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5A73F-F7DF-2AFD-3117-EA556BF0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4AAE7-09FD-1F73-24F0-69DF8845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7D4D9-B5AE-9AEA-7C4D-BBEB211F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8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BCC2-BDDC-CA29-25B0-F12F510E8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471F8-7E21-10E4-2E7F-6FBBD0A99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7314D-FFD8-2F47-93B3-449E0ACAE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617B4-C701-EF2C-FE34-DCE30A7B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FFB95-88E9-C548-71CC-31E9BDF7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9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C6AB-9F9C-6D72-CC8D-4E8E55B4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80E58-FE65-E906-2FDE-E5E57FB40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5C7D2-3E42-C2F8-E683-889BAAD7B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3F521-B52B-7CC3-4924-21285B15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53EF6-6819-15EB-1012-6CF40084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2684B-6D94-9377-BA9F-58853C1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8DEA-4090-3488-5241-1EED292A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53D0F-228C-AB85-625E-1B0368AE5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3A33D-B09B-D2AC-614C-E70895080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F4DBD-B884-48B0-BA06-A5BA284E9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7C2AF-5A8B-1D3B-4EB9-807BD8560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88FC89-921C-825F-2C6A-509C9F46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F8ACB-7A00-6926-8085-6B24466E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3CFA8-9E3F-8909-8684-3365263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9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91AE-FC53-62AD-4D92-669391CB0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CD3EA-FEEC-145E-A3CD-98E5CEFA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29E57-39EA-B906-CF7A-8F993946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5452C-7F72-FFD9-65F4-CDB00D93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3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67B37-21B7-69C2-2A5A-9E695ED1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04D1B8-2AED-768E-5BBF-584A168F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3D165-B222-53C8-5F36-3D097432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4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3CB1-5445-D047-5931-C6B65844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5CC08-90FC-4548-B38E-F3823A3DE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0018D-6A21-48D3-D5FE-63937C326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8565B-53CA-38CA-FEC5-8D52FD53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0D962-A34B-F37C-A118-DAC67EBE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CE707-5E11-13F4-B48D-EA955982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7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A7D0-E1AD-9957-7209-818ABD61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BBD37-A11A-9CEB-F4F3-DDD92ADEF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D347D-7BAC-22B4-666B-E643DC175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32D27-6DF2-68E6-77B0-F385C628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60ADB-186B-8D4C-4745-72B44AE0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45D7C-8650-05AA-02BE-359C3DD7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9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6A2F-06F5-87C0-7D36-7C5A78D5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C26AD-E755-60DC-6671-7215B7F0F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7DA25-14A2-DD39-25E2-37E1ABED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BD6FF-127B-6F03-14B0-ABFDE72F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A2AD3-A263-866D-3E55-C99DBF1F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3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6650E-FF84-F77A-98E5-1E4807C0D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73E5A-F981-FFFB-2E51-D98FF47C2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1275-0A00-7D1A-ADF1-FCBA2D83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FA7DF-257D-1F72-EDAE-8655B5D1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B9350-90A9-3C75-A446-28D62B771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8A163-6480-F26F-5DF9-5B977315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F5DA4-AC36-D57F-74D2-CF6143E4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12905-CB68-19F7-EBF5-7B036D5FE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1C79A-2F0B-485F-B118-FED89E6CBB7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15232-9874-AD11-31A9-2FC84F0F8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711E-2B09-7372-43A5-D531AB355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04CA5-98A1-4B10-8853-05B4FB99A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0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BF3B-C7BA-80F9-5858-309155CF4A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FF105-B3E3-1CEE-7214-9CC8E4909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F2654-4724-BC3E-01B7-CC56CA49B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6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725605-9D31-603A-9F45-1A9B621FC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3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742D54-87BC-6686-C5B1-FBF0A4031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9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BF26C4-DA20-A5E4-CDF8-A317CB0E6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6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B06EA-088F-62D9-0D11-BDC538E69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6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D8B8B-E00F-8AFA-82DB-6D7CC0B83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302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6BA3D0-53BA-C4BC-B267-D38BB0A60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3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FD661-3967-5449-9F14-18430E688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3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B371-A04C-838C-39D4-BB470C83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6670A-7445-055C-4559-B3A670A31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5D33-2EAD-C1FF-1EB9-BCD7AC51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8CB3F-0A12-CCAB-4373-8BB298167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7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6AD7-0C0E-1604-21E2-2ADC2FC2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0C78F-7D7D-F176-978B-CAEB04A84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31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2557-7F60-5707-EA5A-4D486F73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84622-D78E-3BC3-E27E-D74F3E388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8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2844-1F8D-B670-E823-DD256055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C09DBE-BEBD-E1C9-36A7-46A5DDBB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4C5C-8DAA-403B-1D3C-4BA2F261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EBEEE-99CA-2EFB-E6F5-076C4264B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0A4F-9CE6-0A63-080A-F5785861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D03D2-BB46-AEE1-E3EA-9418AB52D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3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89869-3B3B-0E9C-75E9-954B0319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D91419-87B0-21C3-68E1-B5EB326A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19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99A9-7FBD-9965-EC9C-08218316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D48930-A133-D7DC-89A4-D00BCD4A5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31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FC657-0005-3DBE-A0E0-99FFADD56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E36427-853C-453A-FEEE-1714F3764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48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4762-7B33-B053-D5E4-4C680C98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BBD00-6F62-3D3A-CB73-58B210912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52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0227-67F6-B87B-CF6E-E9A79688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50049-182E-C4B7-8FEB-CAC1E879C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8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3E20-CE7C-DA5D-3071-4B5758C4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D7448-6E04-54C7-1E74-73DD02F0A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24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憲成 高</dc:creator>
  <cp:lastModifiedBy>憲成 高</cp:lastModifiedBy>
  <cp:revision>1</cp:revision>
  <dcterms:created xsi:type="dcterms:W3CDTF">2026-06-07T15:17:54Z</dcterms:created>
  <dcterms:modified xsi:type="dcterms:W3CDTF">2026-06-07T15:20:57Z</dcterms:modified>
</cp:coreProperties>
</file>